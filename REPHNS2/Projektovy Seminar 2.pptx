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modernComment_101_0.xml" ContentType="application/vnd.ms-powerpoint.comments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72" r:id="rId3"/>
    <p:sldId id="257" r:id="rId4"/>
    <p:sldId id="273" r:id="rId5"/>
    <p:sldId id="261" r:id="rId6"/>
    <p:sldId id="274" r:id="rId7"/>
    <p:sldId id="262" r:id="rId8"/>
    <p:sldId id="270" r:id="rId9"/>
    <p:sldId id="267" r:id="rId10"/>
    <p:sldId id="264" r:id="rId11"/>
    <p:sldId id="27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AE02017-6AB5-F142-70B6-4F8D1531D2D1}" name="Malinovská Kristína" initials="MK" userId="S::rebrova1@uniba.sk::65ac84b3-10ac-4435-b7fd-1e2cdab81325" providerId="AD"/>
  <p188:author id="{6F4B31B8-F220-E0A2-3214-61054A8C8D4D}" name="Guest User" initials="GU" userId="S::urn:spo:tenantanon#e2ce9755-a471-41d3-8426-e83767834d9e::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10A590-FDD1-293E-A3D2-47B0B4F1AD46}" v="3" dt="2025-12-11T13:15:17.395"/>
    <p1510:client id="{4A494FE6-DE96-E20B-4548-713CCECF23A3}" v="3" dt="2025-12-11T13:13:14.377"/>
    <p1510:client id="{60062C06-9D91-0E6B-8359-A74FAAC771EA}" v="96" dt="2025-12-11T13:28:17.9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microsoft.com/office/2018/10/relationships/authors" Target="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linovská Kristína" userId="S::rebrova1@uniba.sk::65ac84b3-10ac-4435-b7fd-1e2cdab81325" providerId="AD" clId="Web-{0510A590-FDD1-293E-A3D2-47B0B4F1AD46}"/>
    <pc:docChg chg="mod">
      <pc:chgData name="Malinovská Kristína" userId="S::rebrova1@uniba.sk::65ac84b3-10ac-4435-b7fd-1e2cdab81325" providerId="AD" clId="Web-{0510A590-FDD1-293E-A3D2-47B0B4F1AD46}" dt="2025-12-11T13:14:09.003" v="0"/>
      <pc:docMkLst>
        <pc:docMk/>
      </pc:docMkLst>
    </pc:docChg>
  </pc:docChgLst>
  <pc:docChgLst>
    <pc:chgData name="Guest User" userId="S::urn:spo:tenantanon#e2ce9755-a471-41d3-8426-e83767834d9e::" providerId="AD" clId="Web-{60062C06-9D91-0E6B-8359-A74FAAC771EA}"/>
    <pc:docChg chg="mod modSld">
      <pc:chgData name="Guest User" userId="S::urn:spo:tenantanon#e2ce9755-a471-41d3-8426-e83767834d9e::" providerId="AD" clId="Web-{60062C06-9D91-0E6B-8359-A74FAAC771EA}" dt="2025-12-11T13:28:07.566" v="91"/>
      <pc:docMkLst>
        <pc:docMk/>
      </pc:docMkLst>
      <pc:sldChg chg="modSp modCm">
        <pc:chgData name="Guest User" userId="S::urn:spo:tenantanon#e2ce9755-a471-41d3-8426-e83767834d9e::" providerId="AD" clId="Web-{60062C06-9D91-0E6B-8359-A74FAAC771EA}" dt="2025-12-11T13:27:58.659" v="90" actId="20577"/>
        <pc:sldMkLst>
          <pc:docMk/>
          <pc:sldMk cId="0" sldId="257"/>
        </pc:sldMkLst>
        <pc:spChg chg="mod">
          <ac:chgData name="Guest User" userId="S::urn:spo:tenantanon#e2ce9755-a471-41d3-8426-e83767834d9e::" providerId="AD" clId="Web-{60062C06-9D91-0E6B-8359-A74FAAC771EA}" dt="2025-12-11T13:27:58.659" v="90" actId="20577"/>
          <ac:spMkLst>
            <pc:docMk/>
            <pc:sldMk cId="0" sldId="257"/>
            <ac:spMk id="8" creationId="{8F7CA0CD-AE49-407B-9C7C-B75C5757EB79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Guest User" userId="S::urn:spo:tenantanon#e2ce9755-a471-41d3-8426-e83767834d9e::" providerId="AD" clId="Web-{60062C06-9D91-0E6B-8359-A74FAAC771EA}" dt="2025-12-11T13:27:54.346" v="89" actId="20577"/>
              <pc2:cmMkLst xmlns:pc2="http://schemas.microsoft.com/office/powerpoint/2019/9/main/command">
                <pc:docMk/>
                <pc:sldMk cId="0" sldId="257"/>
                <pc2:cmMk id="{5FCB790B-7760-445D-AE98-E3F187DB7732}"/>
              </pc2:cmMkLst>
            </pc226:cmChg>
            <pc226:cmChg xmlns:pc226="http://schemas.microsoft.com/office/powerpoint/2022/06/main/command" chg="mod">
              <pc226:chgData name="Guest User" userId="S::urn:spo:tenantanon#e2ce9755-a471-41d3-8426-e83767834d9e::" providerId="AD" clId="Web-{60062C06-9D91-0E6B-8359-A74FAAC771EA}" dt="2025-12-11T13:27:54.346" v="89" actId="20577"/>
              <pc2:cmMkLst xmlns:pc2="http://schemas.microsoft.com/office/powerpoint/2019/9/main/command">
                <pc:docMk/>
                <pc:sldMk cId="0" sldId="257"/>
                <pc2:cmMk id="{FA72330F-56FC-456A-997E-22827C6EEECF}"/>
              </pc2:cmMkLst>
            </pc226:cmChg>
          </p:ext>
        </pc:extLst>
      </pc:sldChg>
    </pc:docChg>
  </pc:docChgLst>
  <pc:docChgLst>
    <pc:chgData name="Guest User" userId="S::urn:spo:tenantanon#e2ce9755-a471-41d3-8426-e83767834d9e::" providerId="AD" clId="Web-{4A494FE6-DE96-E20B-4548-713CCECF23A3}"/>
    <pc:docChg chg="modSld">
      <pc:chgData name="Guest User" userId="S::urn:spo:tenantanon#e2ce9755-a471-41d3-8426-e83767834d9e::" providerId="AD" clId="Web-{4A494FE6-DE96-E20B-4548-713CCECF23A3}" dt="2025-12-11T13:13:14.377" v="2" actId="20577"/>
      <pc:docMkLst>
        <pc:docMk/>
      </pc:docMkLst>
      <pc:sldChg chg="modSp">
        <pc:chgData name="Guest User" userId="S::urn:spo:tenantanon#e2ce9755-a471-41d3-8426-e83767834d9e::" providerId="AD" clId="Web-{4A494FE6-DE96-E20B-4548-713CCECF23A3}" dt="2025-12-11T13:13:14.377" v="2" actId="20577"/>
        <pc:sldMkLst>
          <pc:docMk/>
          <pc:sldMk cId="240311542" sldId="272"/>
        </pc:sldMkLst>
        <pc:spChg chg="mod">
          <ac:chgData name="Guest User" userId="S::urn:spo:tenantanon#e2ce9755-a471-41d3-8426-e83767834d9e::" providerId="AD" clId="Web-{4A494FE6-DE96-E20B-4548-713CCECF23A3}" dt="2025-12-11T13:13:14.377" v="2" actId="20577"/>
          <ac:spMkLst>
            <pc:docMk/>
            <pc:sldMk cId="240311542" sldId="272"/>
            <ac:spMk id="3" creationId="{3BFB798A-DAA5-661B-FA88-F9E81187EC0E}"/>
          </ac:spMkLst>
        </pc:spChg>
      </pc:sldChg>
    </pc:docChg>
  </pc:docChgLst>
</pc:chgInfo>
</file>

<file path=ppt/comments/modernComment_101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FCB790B-7760-445D-AE98-E3F187DB7732}" authorId="{1AE02017-6AB5-F142-70B6-4F8D1531D2D1}" created="2025-12-11T13:14:09.003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57"/>
      <ac:spMk id="8" creationId="{8F7CA0CD-AE49-407B-9C7C-B75C5757EB79}"/>
      <ac:txMk cp="24" len="7">
        <ac:context len="365" hash="3175181585"/>
      </ac:txMk>
    </ac:txMkLst>
    <p188:pos x="1882588" y="280147"/>
    <p188:txBody>
      <a:bodyPr/>
      <a:lstStyle/>
      <a:p>
        <a:r>
          <a:rPr lang="en-US"/>
          <a:t>neural network models</a:t>
        </a:r>
      </a:p>
    </p188:txBody>
    <p188:extLst>
      <p:ext xmlns:p="http://schemas.openxmlformats.org/presentationml/2006/main" uri="{57CB4572-C831-44C2-8A1C-0ADB6CCDFE69}">
        <p223:reactions xmlns:p223="http://schemas.microsoft.com/office/powerpoint/2022/03/main">
          <p223:rxn type="👍">
            <p223:instance time="2025-12-11T13:28:08.316" authorId="{6F4B31B8-F220-E0A2-3214-61054A8C8D4D}"/>
          </p223:rxn>
        </p223:reactions>
      </p:ext>
    </p188:extLst>
  </p188:cm>
  <p188:cm id="{FA72330F-56FC-456A-997E-22827C6EEECF}" authorId="{1AE02017-6AB5-F142-70B6-4F8D1531D2D1}" created="2025-12-11T13:15:17.395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57"/>
      <ac:spMk id="8" creationId="{8F7CA0CD-AE49-407B-9C7C-B75C5757EB79}"/>
      <ac:txMk cp="171" len="12">
        <ac:context len="365" hash="3175181585"/>
      </ac:txMk>
    </ac:txMkLst>
    <p188:pos x="6835588" y="1378323"/>
    <p188:txBody>
      <a:bodyPr/>
      <a:lstStyle/>
      <a:p>
        <a:r>
          <a:rPr lang="en-US"/>
          <a:t>este by som pridala bod alebo dopisala tento bod: study, develop and systematically test different strategies for class imbalance including augmentations, class-weights, etc..</a:t>
        </a:r>
      </a:p>
    </p188:txBody>
    <p188:extLst>
      <p:ext xmlns:p="http://schemas.openxmlformats.org/presentationml/2006/main" uri="{57CB4572-C831-44C2-8A1C-0ADB6CCDFE69}">
        <p223:reactions xmlns:p223="http://schemas.microsoft.com/office/powerpoint/2022/03/main">
          <p223:rxn type="👍">
            <p223:instance time="2025-12-11T13:28:07.566" authorId="{6F4B31B8-F220-E0A2-3214-61054A8C8D4D}"/>
          </p223:rxn>
        </p223:reactions>
      </p:ext>
    </p188:extLst>
  </p188:cm>
</p188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45892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7021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48679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3623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2736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9065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7383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498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7433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8702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8839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50092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microsoft.com/office/2018/10/relationships/comments" Target="../comments/modernComment_101_0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5038" y="1205062"/>
            <a:ext cx="7543800" cy="2223938"/>
          </a:xfrm>
        </p:spPr>
        <p:txBody>
          <a:bodyPr>
            <a:normAutofit/>
          </a:bodyPr>
          <a:lstStyle/>
          <a:p>
            <a:pPr algn="ctr"/>
            <a:r>
              <a:rPr lang="en-GB" sz="5400"/>
              <a:t>Emotion recognition system for the humanoid robot NICO</a:t>
            </a:r>
            <a:endParaRPr lang="sk-SK" sz="540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sk-SK"/>
              <a:t>Projektový</a:t>
            </a:r>
            <a:r>
              <a:t> </a:t>
            </a:r>
            <a:r>
              <a:rPr err="1"/>
              <a:t>seminár</a:t>
            </a:r>
            <a:r>
              <a:t> </a:t>
            </a:r>
            <a:r>
              <a:rPr lang="en-GB"/>
              <a:t>2</a:t>
            </a:r>
            <a:endParaRPr/>
          </a:p>
          <a:p>
            <a:r>
              <a:rPr lang="en-GB"/>
              <a:t>MENO</a:t>
            </a:r>
            <a:r>
              <a:t>: </a:t>
            </a:r>
            <a:r>
              <a:rPr lang="en-GB"/>
              <a:t>Šimon Strieška</a:t>
            </a:r>
            <a:endParaRPr/>
          </a:p>
          <a:p>
            <a:r>
              <a:rPr err="1"/>
              <a:t>Školiteľ</a:t>
            </a:r>
            <a:r>
              <a:rPr lang="en-GB"/>
              <a:t>KA</a:t>
            </a:r>
            <a:r>
              <a:t>: </a:t>
            </a:r>
            <a:r>
              <a:rPr lang="en-GB"/>
              <a:t>Kristína </a:t>
            </a:r>
            <a:r>
              <a:rPr lang="en-GB" err="1"/>
              <a:t>Malinovská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D6C46-E383-F64E-DD22-330DAE121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Emotion Recognition</a:t>
            </a:r>
            <a:endParaRPr lang="sk-S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FB798A-DAA5-661B-FA88-F9E81187EC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 anchor="t">
            <a:normAutofit/>
          </a:bodyPr>
          <a:lstStyle/>
          <a:p>
            <a:pPr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GB"/>
              <a:t>Recognizing emotion using data like face images, video</a:t>
            </a:r>
            <a:endParaRPr lang="sk-SK"/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§"/>
            </a:pPr>
            <a:endParaRPr lang="sk-SK"/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GB"/>
              <a:t>We analyse the expression, trying to classify a discrete emotion</a:t>
            </a:r>
            <a:endParaRPr lang="sk-SK"/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§"/>
            </a:pPr>
            <a:endParaRPr lang="sk-SK"/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GB"/>
              <a:t>Used in human-robot interaction, medicine, security</a:t>
            </a:r>
            <a:endParaRPr lang="sk-SK"/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§"/>
            </a:pPr>
            <a:endParaRPr lang="sk-SK"/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GB"/>
              <a:t>Approaches using deep learning require large amount of data</a:t>
            </a:r>
            <a:endParaRPr lang="sk-SK"/>
          </a:p>
          <a:p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403115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Goals</a:t>
            </a:r>
            <a:endParaRPr lang="sk-SK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7CA0CD-AE49-407B-9C7C-B75C5757EB79}"/>
              </a:ext>
            </a:extLst>
          </p:cNvPr>
          <p:cNvSpPr txBox="1"/>
          <p:nvPr/>
        </p:nvSpPr>
        <p:spPr>
          <a:xfrm>
            <a:off x="822960" y="1868560"/>
            <a:ext cx="7566660" cy="452431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GB"/>
              <a:t>Research neural network models for emotion recognition</a:t>
            </a:r>
            <a:endParaRPr lang="en-GB">
              <a:ea typeface="Calibri"/>
              <a:cs typeface="Calibri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GB">
              <a:ea typeface="Calibri"/>
              <a:cs typeface="Calibri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GB"/>
              <a:t>Use and analyse the </a:t>
            </a:r>
            <a:r>
              <a:rPr lang="en-GB" err="1"/>
              <a:t>Affectnet</a:t>
            </a:r>
            <a:r>
              <a:rPr lang="en-GB"/>
              <a:t> dataset and its challenges</a:t>
            </a:r>
            <a:endParaRPr lang="en-GB">
              <a:ea typeface="Calibri"/>
              <a:cs typeface="Calibri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GB">
              <a:ea typeface="Calibri"/>
              <a:cs typeface="Calibri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GB"/>
              <a:t>Improve classification of underrepresented classes using augmentation</a:t>
            </a:r>
            <a:endParaRPr lang="en-GB">
              <a:ea typeface="Calibri"/>
              <a:cs typeface="Calibri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GB">
              <a:ea typeface="Calibri"/>
              <a:cs typeface="Calibri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GB"/>
              <a:t>Analyse and visualize inner model representations</a:t>
            </a:r>
            <a:endParaRPr lang="en-GB">
              <a:ea typeface="Calibri"/>
              <a:cs typeface="Calibri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GB">
              <a:ea typeface="Calibri"/>
              <a:cs typeface="Calibri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GB">
                <a:ea typeface="Calibri"/>
                <a:cs typeface="Calibri"/>
              </a:rPr>
              <a:t>Study, develop and systematically test different</a:t>
            </a:r>
          </a:p>
          <a:p>
            <a:r>
              <a:rPr lang="en-GB">
                <a:ea typeface="Calibri"/>
                <a:cs typeface="Calibri"/>
              </a:rPr>
              <a:t>  strategies for class imbalance </a:t>
            </a:r>
          </a:p>
          <a:p>
            <a:pPr>
              <a:buFont typeface="Wingdings" panose="05000000000000000000" pitchFamily="2" charset="2"/>
              <a:buChar char="§"/>
            </a:pPr>
            <a:endParaRPr lang="en-GB">
              <a:ea typeface="Calibri"/>
              <a:cs typeface="Calibri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GB"/>
              <a:t>Create and calibrate the system for NICO</a:t>
            </a:r>
            <a:endParaRPr lang="en-GB">
              <a:ea typeface="Calibri"/>
              <a:cs typeface="Calibri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GB"/>
          </a:p>
          <a:p>
            <a:pPr>
              <a:buFont typeface="Wingdings" panose="05000000000000000000" pitchFamily="2" charset="2"/>
              <a:buChar char="§"/>
            </a:pPr>
            <a:endParaRPr lang="en-GB"/>
          </a:p>
          <a:p>
            <a:pPr>
              <a:buFont typeface="Wingdings" panose="05000000000000000000" pitchFamily="2" charset="2"/>
              <a:buChar char="§"/>
            </a:pPr>
            <a:endParaRPr lang="en-GB">
              <a:ea typeface="Calibri"/>
              <a:cs typeface="Calibri"/>
            </a:endParaRPr>
          </a:p>
          <a:p>
            <a:endParaRPr lang="en-GB">
              <a:ea typeface="Calibri"/>
              <a:cs typeface="Calibri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6EEEB67-9D63-F268-E9F3-4993FF514FC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2878"/>
          <a:stretch/>
        </p:blipFill>
        <p:spPr>
          <a:xfrm>
            <a:off x="5599666" y="3911369"/>
            <a:ext cx="2721374" cy="2324061"/>
          </a:xfrm>
          <a:prstGeom prst="rect">
            <a:avLst/>
          </a:prstGeom>
        </p:spPr>
      </p:pic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81E85-58BA-8A53-091C-30B22E1ED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Architectures</a:t>
            </a:r>
            <a:endParaRPr lang="sk-SK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08B233-5E43-7EA5-DE51-9B21E7DAD84A}"/>
              </a:ext>
            </a:extLst>
          </p:cNvPr>
          <p:cNvSpPr txBox="1"/>
          <p:nvPr/>
        </p:nvSpPr>
        <p:spPr>
          <a:xfrm>
            <a:off x="800100" y="1859339"/>
            <a:ext cx="75438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/>
              <a:t>ImageNetV1 based ResNet50, VGGFace2 based ResNet50, VGGFace2 based Inception ResNet50 V1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GB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/>
              <a:t>VGGFace2 models preform better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GB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/>
              <a:t>Concerns over model size when deploying on NICO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GB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sk-SK"/>
          </a:p>
        </p:txBody>
      </p:sp>
      <p:pic>
        <p:nvPicPr>
          <p:cNvPr id="2050" name="Picture 2" descr="Understanding Inception-ResNet V1 architecture">
            <a:extLst>
              <a:ext uri="{FF2B5EF4-FFF2-40B4-BE49-F238E27FC236}">
                <a16:creationId xmlns:a16="http://schemas.microsoft.com/office/drawing/2014/main" id="{E3F72203-3906-FF5F-CD26-3F9232CEFE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3515334" y="2076064"/>
            <a:ext cx="2159052" cy="56630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97700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err="1"/>
              <a:t>Ensambling</a:t>
            </a:r>
            <a:endParaRPr lang="sk-SK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69AA3C-AA0E-69B0-686F-A6415A0C1688}"/>
              </a:ext>
            </a:extLst>
          </p:cNvPr>
          <p:cNvSpPr txBox="1"/>
          <p:nvPr/>
        </p:nvSpPr>
        <p:spPr>
          <a:xfrm>
            <a:off x="800100" y="1859339"/>
            <a:ext cx="75438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/>
              <a:t>2 different approaches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GB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/>
              <a:t>Mixed results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GB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/>
              <a:t>Potential way of balancing dataset</a:t>
            </a:r>
          </a:p>
        </p:txBody>
      </p:sp>
      <p:pic>
        <p:nvPicPr>
          <p:cNvPr id="4" name="Picture 3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DE0A7F99-D3D8-39EB-B968-3CF528D5EF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1777" y="3521334"/>
            <a:ext cx="6680446" cy="275308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ACCBE-037D-B0DC-7C94-4553FA13C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1 vs rest </a:t>
            </a:r>
            <a:r>
              <a:rPr lang="en-GB" err="1"/>
              <a:t>ensamble</a:t>
            </a:r>
            <a:endParaRPr lang="sk-SK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093D55-9A04-8A49-03D4-CD38B77463FD}"/>
              </a:ext>
            </a:extLst>
          </p:cNvPr>
          <p:cNvSpPr txBox="1"/>
          <p:nvPr/>
        </p:nvSpPr>
        <p:spPr>
          <a:xfrm>
            <a:off x="800100" y="1859339"/>
            <a:ext cx="75438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/>
              <a:t>Similar performance to general model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GB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/>
              <a:t>Highlighted weak classes despite class balance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GB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/>
              <a:t>Further work needed on individual struggling models</a:t>
            </a:r>
          </a:p>
        </p:txBody>
      </p:sp>
    </p:spTree>
    <p:extLst>
      <p:ext uri="{BB962C8B-B14F-4D97-AF65-F5344CB8AC3E}">
        <p14:creationId xmlns:p14="http://schemas.microsoft.com/office/powerpoint/2010/main" val="41199772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Analysis using SOM</a:t>
            </a:r>
            <a:endParaRPr lang="sk-SK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A6A9B3-75B8-9D78-6842-F9924B0FCE49}"/>
              </a:ext>
            </a:extLst>
          </p:cNvPr>
          <p:cNvSpPr txBox="1"/>
          <p:nvPr/>
        </p:nvSpPr>
        <p:spPr>
          <a:xfrm>
            <a:off x="904672" y="1945532"/>
            <a:ext cx="746208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/>
              <a:t>Displays overlap between certain classes in the training set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GB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/>
              <a:t>Certain classes more dispersed that others</a:t>
            </a:r>
          </a:p>
          <a:p>
            <a:endParaRPr lang="sk-SK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/>
              <a:t>Planned comparison with future models</a:t>
            </a:r>
            <a:endParaRPr lang="sk-SK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FDBAC9-FE28-3B12-66AD-D4520D78B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E703E-0533-0CFB-A39F-91B21072A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Analysis using SOM</a:t>
            </a:r>
            <a:endParaRPr lang="sk-SK"/>
          </a:p>
        </p:txBody>
      </p:sp>
      <p:pic>
        <p:nvPicPr>
          <p:cNvPr id="8" name="Picture 7" descr="A chart of different colored circles&#10;&#10;AI-generated content may be incorrect.">
            <a:extLst>
              <a:ext uri="{FF2B5EF4-FFF2-40B4-BE49-F238E27FC236}">
                <a16:creationId xmlns:a16="http://schemas.microsoft.com/office/drawing/2014/main" id="{5F995DF3-D026-867D-5C6D-B86BDB44C5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37361"/>
            <a:ext cx="4225311" cy="4239683"/>
          </a:xfrm>
          <a:prstGeom prst="rect">
            <a:avLst/>
          </a:prstGeom>
        </p:spPr>
      </p:pic>
      <p:pic>
        <p:nvPicPr>
          <p:cNvPr id="6" name="Picture 5" descr="A chart of different colored circles&#10;&#10;AI-generated content may be incorrect.">
            <a:extLst>
              <a:ext uri="{FF2B5EF4-FFF2-40B4-BE49-F238E27FC236}">
                <a16:creationId xmlns:a16="http://schemas.microsoft.com/office/drawing/2014/main" id="{664FA2F0-245B-EC62-AF0E-87C20259A0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8145" y="1737360"/>
            <a:ext cx="4163440" cy="419185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AEB319A-8F06-F2C8-6880-6C035825D709}"/>
              </a:ext>
            </a:extLst>
          </p:cNvPr>
          <p:cNvSpPr txBox="1"/>
          <p:nvPr/>
        </p:nvSpPr>
        <p:spPr>
          <a:xfrm>
            <a:off x="2082013" y="5900551"/>
            <a:ext cx="30836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Training set</a:t>
            </a:r>
            <a:endParaRPr lang="sk-SK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C01A0A9-634C-ECFB-BC1B-2A22E2B85EAE}"/>
              </a:ext>
            </a:extLst>
          </p:cNvPr>
          <p:cNvSpPr txBox="1"/>
          <p:nvPr/>
        </p:nvSpPr>
        <p:spPr>
          <a:xfrm>
            <a:off x="5529788" y="5900551"/>
            <a:ext cx="30836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Testing set</a:t>
            </a:r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2065494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StarGANv2</a:t>
            </a:r>
            <a:r>
              <a:rPr lang="en-GB"/>
              <a:t> and Unreal</a:t>
            </a: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495F9F-CE5D-A37B-EDC2-DDEB771C0616}"/>
              </a:ext>
            </a:extLst>
          </p:cNvPr>
          <p:cNvSpPr txBox="1"/>
          <p:nvPr/>
        </p:nvSpPr>
        <p:spPr>
          <a:xfrm>
            <a:off x="822960" y="2084832"/>
            <a:ext cx="7543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GB"/>
              <a:t>Work in progress</a:t>
            </a:r>
            <a:endParaRPr lang="sk-SK"/>
          </a:p>
          <a:p>
            <a:pPr>
              <a:buFont typeface="Wingdings" panose="05000000000000000000" pitchFamily="2" charset="2"/>
              <a:buChar char="§"/>
            </a:pPr>
            <a:endParaRPr lang="sk-SK"/>
          </a:p>
          <a:p>
            <a:pPr>
              <a:buFont typeface="Wingdings" panose="05000000000000000000" pitchFamily="2" charset="2"/>
              <a:buChar char="§"/>
            </a:pPr>
            <a:r>
              <a:rPr lang="en-GB"/>
              <a:t>Allows for advanced augmentation/generation of new samples</a:t>
            </a:r>
            <a:endParaRPr lang="sk-SK"/>
          </a:p>
          <a:p>
            <a:endParaRPr lang="sk-SK"/>
          </a:p>
        </p:txBody>
      </p:sp>
      <p:pic>
        <p:nvPicPr>
          <p:cNvPr id="1026" name="Picture 2" descr="MetaHumans | Epic Developer Community">
            <a:extLst>
              <a:ext uri="{FF2B5EF4-FFF2-40B4-BE49-F238E27FC236}">
                <a16:creationId xmlns:a16="http://schemas.microsoft.com/office/drawing/2014/main" id="{10E62D49-A509-A20E-70DD-FB116E9D57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8604" y="3285161"/>
            <a:ext cx="4990290" cy="2807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Future work</a:t>
            </a:r>
            <a:endParaRPr lang="sk-SK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4ACEE1-6F2E-F0AB-C374-E5C9BA49BC6E}"/>
              </a:ext>
            </a:extLst>
          </p:cNvPr>
          <p:cNvSpPr txBox="1"/>
          <p:nvPr/>
        </p:nvSpPr>
        <p:spPr>
          <a:xfrm>
            <a:off x="904672" y="1984443"/>
            <a:ext cx="75438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GB"/>
              <a:t>Increase model performance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§"/>
            </a:pPr>
            <a:endParaRPr lang="en-GB"/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GB"/>
              <a:t>Experimentation with Unreal and GAN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§"/>
            </a:pPr>
            <a:endParaRPr lang="en-GB"/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GB"/>
              <a:t>Concept analysis</a:t>
            </a:r>
          </a:p>
          <a:p>
            <a:pPr>
              <a:buClr>
                <a:schemeClr val="tx1"/>
              </a:buClr>
            </a:pPr>
            <a:endParaRPr lang="en-GB"/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GB"/>
              <a:t>Integration with </a:t>
            </a:r>
            <a:r>
              <a:rPr lang="sk-SK"/>
              <a:t>NICO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8E70761-74ED-1777-84A6-24E17EE153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0100" y="1846263"/>
            <a:ext cx="7543800" cy="40227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GB" sz="7200"/>
              <a:t>Thank you for your attention</a:t>
            </a:r>
            <a:endParaRPr lang="sk-SK" sz="72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487266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Application>Microsoft Office PowerPoint</Application>
  <PresentationFormat>On-screen Show (4:3)</PresentationFormat>
  <Slides>11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Retrospect</vt:lpstr>
      <vt:lpstr>Emotion recognition system for the humanoid robot NICO</vt:lpstr>
      <vt:lpstr>Emotion Recognition</vt:lpstr>
      <vt:lpstr>Goals</vt:lpstr>
      <vt:lpstr>Architectures</vt:lpstr>
      <vt:lpstr>Ensambling</vt:lpstr>
      <vt:lpstr>1 vs rest ensamble</vt:lpstr>
      <vt:lpstr>Analysis using SOM</vt:lpstr>
      <vt:lpstr>Analysis using SOM</vt:lpstr>
      <vt:lpstr>StarGANv2 and Unreal</vt:lpstr>
      <vt:lpstr>Future work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revision>1</cp:revision>
  <dcterms:created xsi:type="dcterms:W3CDTF">2013-01-27T09:14:16Z</dcterms:created>
  <dcterms:modified xsi:type="dcterms:W3CDTF">2025-12-11T13:28:59Z</dcterms:modified>
  <cp:category/>
</cp:coreProperties>
</file>